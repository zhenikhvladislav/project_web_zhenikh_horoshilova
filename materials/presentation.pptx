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notesMasterIdLst>
    <p:notesMasterId r:id="rId7"/>
  </p:notesMasterIdLst>
  <p:sldIdLst>
    <p:sldId id="257" r:id="rId2"/>
    <p:sldId id="259" r:id="rId3"/>
    <p:sldId id="260" r:id="rId4"/>
    <p:sldId id="261" r:id="rId5"/>
    <p:sldId id="25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48092B-4CF4-45D6-A54B-CFEFD272F58C}" type="datetimeFigureOut">
              <a:rPr lang="ru-RU" smtClean="0"/>
              <a:t>13.04.2025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115DB-248A-472E-9F34-B37934CADC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1973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B115DB-248A-472E-9F34-B37934CADC8A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7491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B115DB-248A-472E-9F34-B37934CADC8A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5532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69364CAB-F7BE-4EC4-B883-110C752D3AAB}" type="datetimeFigureOut">
              <a:rPr lang="ru-RU" smtClean="0"/>
              <a:t>13.04.2025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BA7BB4D0-31E8-437B-819A-FC13BAD916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468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64CAB-F7BE-4EC4-B883-110C752D3AAB}" type="datetimeFigureOut">
              <a:rPr lang="ru-RU" smtClean="0"/>
              <a:t>13.04.2025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B4D0-31E8-437B-819A-FC13BAD916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4626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9364CAB-F7BE-4EC4-B883-110C752D3AAB}" type="datetimeFigureOut">
              <a:rPr lang="ru-RU" smtClean="0"/>
              <a:t>13.04.2025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A7BB4D0-31E8-437B-819A-FC13BAD916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6192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64CAB-F7BE-4EC4-B883-110C752D3AAB}" type="datetimeFigureOut">
              <a:rPr lang="ru-RU" smtClean="0"/>
              <a:t>13.04.2025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B4D0-31E8-437B-819A-FC13BAD916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0669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64CAB-F7BE-4EC4-B883-110C752D3AAB}" type="datetimeFigureOut">
              <a:rPr lang="ru-RU" smtClean="0"/>
              <a:t>13.04.2025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B4D0-31E8-437B-819A-FC13BAD916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323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64CAB-F7BE-4EC4-B883-110C752D3AAB}" type="datetimeFigureOut">
              <a:rPr lang="ru-RU" smtClean="0"/>
              <a:t>13.04.2025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B4D0-31E8-437B-819A-FC13BAD916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7530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64CAB-F7BE-4EC4-B883-110C752D3AAB}" type="datetimeFigureOut">
              <a:rPr lang="ru-RU" smtClean="0"/>
              <a:t>13.04.2025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B4D0-31E8-437B-819A-FC13BAD916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861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64CAB-F7BE-4EC4-B883-110C752D3AAB}" type="datetimeFigureOut">
              <a:rPr lang="ru-RU" smtClean="0"/>
              <a:t>13.04.2025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B4D0-31E8-437B-819A-FC13BAD916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9072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64CAB-F7BE-4EC4-B883-110C752D3AAB}" type="datetimeFigureOut">
              <a:rPr lang="ru-RU" smtClean="0"/>
              <a:t>13.04.2025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B4D0-31E8-437B-819A-FC13BAD916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5344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64CAB-F7BE-4EC4-B883-110C752D3AAB}" type="datetimeFigureOut">
              <a:rPr lang="ru-RU" smtClean="0"/>
              <a:t>13.04.2025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B4D0-31E8-437B-819A-FC13BAD916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7020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9364CAB-F7BE-4EC4-B883-110C752D3AAB}" type="datetimeFigureOut">
              <a:rPr lang="ru-RU" smtClean="0"/>
              <a:t>13.04.2025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A7BB4D0-31E8-437B-819A-FC13BAD916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64391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9364CAB-F7BE-4EC4-B883-110C752D3AAB}" type="datetimeFigureOut">
              <a:rPr lang="ru-RU" smtClean="0"/>
              <a:t>13.04.2025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A7BB4D0-31E8-437B-819A-FC13BAD916DC}" type="slidenum">
              <a:rPr lang="ru-RU" smtClean="0"/>
              <a:t>‹#›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576985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9364CAB-F7BE-4EC4-B883-110C752D3AAB}" type="datetimeFigureOut">
              <a:rPr lang="ru-RU" smtClean="0"/>
              <a:t>13.04.2025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A7BB4D0-31E8-437B-819A-FC13BAD916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71861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64CAB-F7BE-4EC4-B883-110C752D3AAB}" type="datetimeFigureOut">
              <a:rPr lang="ru-RU" smtClean="0"/>
              <a:t>13.04.2025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B4D0-31E8-437B-819A-FC13BAD916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31266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64CAB-F7BE-4EC4-B883-110C752D3AAB}" type="datetimeFigureOut">
              <a:rPr lang="ru-RU" smtClean="0"/>
              <a:t>13.04.2025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B4D0-31E8-437B-819A-FC13BAD916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68374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64CAB-F7BE-4EC4-B883-110C752D3AAB}" type="datetimeFigureOut">
              <a:rPr lang="ru-RU" smtClean="0"/>
              <a:t>13.04.2025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B4D0-31E8-437B-819A-FC13BAD916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24434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9364CAB-F7BE-4EC4-B883-110C752D3AAB}" type="datetimeFigureOut">
              <a:rPr lang="ru-RU" smtClean="0"/>
              <a:t>13.04.2025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A7BB4D0-31E8-437B-819A-FC13BAD916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7157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64CAB-F7BE-4EC4-B883-110C752D3AAB}" type="datetimeFigureOut">
              <a:rPr lang="ru-RU" smtClean="0"/>
              <a:t>13.04.2025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7BB4D0-31E8-437B-819A-FC13BAD916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55561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zhenikhvladislav/project_WEB_Zhenikh_Horoshilova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4B0093-C549-F8A9-8521-F4750C8A6D17}"/>
              </a:ext>
            </a:extLst>
          </p:cNvPr>
          <p:cNvSpPr txBox="1"/>
          <p:nvPr/>
        </p:nvSpPr>
        <p:spPr>
          <a:xfrm>
            <a:off x="2908935" y="729387"/>
            <a:ext cx="637413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/>
              <a:t>Resume Builder</a:t>
            </a:r>
            <a:endParaRPr lang="ru-RU" sz="6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34E7A0-DC8D-94C8-9A46-3189D969F38F}"/>
              </a:ext>
            </a:extLst>
          </p:cNvPr>
          <p:cNvSpPr txBox="1"/>
          <p:nvPr/>
        </p:nvSpPr>
        <p:spPr>
          <a:xfrm>
            <a:off x="1264920" y="2632531"/>
            <a:ext cx="5318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/>
              <a:t>Жених Владислав Евгеньевич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ED27E1-8C7D-17DC-DD9D-5D198C9CACD7}"/>
              </a:ext>
            </a:extLst>
          </p:cNvPr>
          <p:cNvSpPr txBox="1"/>
          <p:nvPr/>
        </p:nvSpPr>
        <p:spPr>
          <a:xfrm>
            <a:off x="6941820" y="2632531"/>
            <a:ext cx="56464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/>
              <a:t>Хорошилова Ася Андреевна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1CDCC0-60B7-9BDB-53CE-89EC1C3245B5}"/>
              </a:ext>
            </a:extLst>
          </p:cNvPr>
          <p:cNvSpPr txBox="1"/>
          <p:nvPr/>
        </p:nvSpPr>
        <p:spPr>
          <a:xfrm>
            <a:off x="1356360" y="2158275"/>
            <a:ext cx="4465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 leader: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6BA3B9-E265-0C0A-645C-1368F2C06D66}"/>
              </a:ext>
            </a:extLst>
          </p:cNvPr>
          <p:cNvSpPr txBox="1"/>
          <p:nvPr/>
        </p:nvSpPr>
        <p:spPr>
          <a:xfrm>
            <a:off x="7109460" y="2103120"/>
            <a:ext cx="438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Project developer: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73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4E4601-E4E8-5E80-446B-EE326219165D}"/>
              </a:ext>
            </a:extLst>
          </p:cNvPr>
          <p:cNvSpPr txBox="1"/>
          <p:nvPr/>
        </p:nvSpPr>
        <p:spPr>
          <a:xfrm>
            <a:off x="5867400" y="480060"/>
            <a:ext cx="60655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Распределение ролей в команде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D5EE9B-C13D-B6A7-8514-E717D42BE459}"/>
              </a:ext>
            </a:extLst>
          </p:cNvPr>
          <p:cNvSpPr txBox="1"/>
          <p:nvPr/>
        </p:nvSpPr>
        <p:spPr>
          <a:xfrm>
            <a:off x="1120140" y="1817370"/>
            <a:ext cx="3459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Влад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85A5F7-F39D-B68D-7E63-668B1162E7A4}"/>
              </a:ext>
            </a:extLst>
          </p:cNvPr>
          <p:cNvSpPr txBox="1"/>
          <p:nvPr/>
        </p:nvSpPr>
        <p:spPr>
          <a:xfrm>
            <a:off x="647700" y="2186702"/>
            <a:ext cx="345948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ru-RU" dirty="0"/>
              <a:t>Создал </a:t>
            </a:r>
            <a:r>
              <a:rPr lang="en-US" dirty="0"/>
              <a:t>git-</a:t>
            </a:r>
            <a:r>
              <a:rPr lang="ru-RU" dirty="0"/>
              <a:t>репозиторий, ветки проекта, файловую структуру и т.д.</a:t>
            </a:r>
          </a:p>
          <a:p>
            <a:pPr marL="285750" indent="-285750">
              <a:buFontTx/>
              <a:buChar char="-"/>
            </a:pPr>
            <a:endParaRPr lang="ru-RU" dirty="0"/>
          </a:p>
          <a:p>
            <a:pPr marL="285750" indent="-285750">
              <a:buFontTx/>
              <a:buChar char="-"/>
            </a:pPr>
            <a:r>
              <a:rPr lang="ru-RU" dirty="0"/>
              <a:t>Писал</a:t>
            </a:r>
            <a:r>
              <a:rPr lang="en-US" dirty="0"/>
              <a:t> </a:t>
            </a:r>
            <a:r>
              <a:rPr lang="ru-RU" dirty="0"/>
              <a:t>код для окна авторизации</a:t>
            </a:r>
            <a:r>
              <a:rPr lang="en-US" dirty="0"/>
              <a:t> </a:t>
            </a:r>
            <a:endParaRPr lang="ru-RU" dirty="0"/>
          </a:p>
          <a:p>
            <a:endParaRPr lang="ru-RU" dirty="0"/>
          </a:p>
          <a:p>
            <a:pPr marL="285750" indent="-285750">
              <a:buFontTx/>
              <a:buChar char="-"/>
            </a:pPr>
            <a:r>
              <a:rPr lang="ru-RU" dirty="0"/>
              <a:t>Работал с </a:t>
            </a:r>
            <a:r>
              <a:rPr lang="en-US" dirty="0"/>
              <a:t>readme.md </a:t>
            </a:r>
            <a:r>
              <a:rPr lang="ru-RU" dirty="0"/>
              <a:t>и </a:t>
            </a:r>
            <a:r>
              <a:rPr lang="en-US" dirty="0"/>
              <a:t>technical-specification.md</a:t>
            </a:r>
            <a:endParaRPr lang="ru-RU" dirty="0"/>
          </a:p>
          <a:p>
            <a:endParaRPr lang="ru-RU" dirty="0"/>
          </a:p>
          <a:p>
            <a:pPr marL="285750" indent="-285750">
              <a:buFontTx/>
              <a:buChar char="-"/>
            </a:pPr>
            <a:r>
              <a:rPr lang="ru-RU" dirty="0"/>
              <a:t>Создал презентацию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EE6F6D-8914-0BA4-F614-F10000BDF3E3}"/>
              </a:ext>
            </a:extLst>
          </p:cNvPr>
          <p:cNvSpPr txBox="1"/>
          <p:nvPr/>
        </p:nvSpPr>
        <p:spPr>
          <a:xfrm>
            <a:off x="8900160" y="1817370"/>
            <a:ext cx="4297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Ася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4ED86D-89FB-1391-1BDC-5C3ED180DC65}"/>
              </a:ext>
            </a:extLst>
          </p:cNvPr>
          <p:cNvSpPr txBox="1"/>
          <p:nvPr/>
        </p:nvSpPr>
        <p:spPr>
          <a:xfrm>
            <a:off x="7185660" y="2186702"/>
            <a:ext cx="451104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ru-RU" dirty="0"/>
              <a:t>Писала код для окна резюме</a:t>
            </a:r>
          </a:p>
          <a:p>
            <a:pPr marL="285750" indent="-285750">
              <a:buFontTx/>
              <a:buChar char="-"/>
            </a:pPr>
            <a:endParaRPr lang="ru-RU" dirty="0"/>
          </a:p>
          <a:p>
            <a:pPr marL="285750" indent="-285750">
              <a:buFontTx/>
              <a:buChar char="-"/>
            </a:pPr>
            <a:r>
              <a:rPr lang="ru-RU" dirty="0"/>
              <a:t>Работала с  </a:t>
            </a:r>
            <a:r>
              <a:rPr lang="en-US" dirty="0"/>
              <a:t>readme.md</a:t>
            </a:r>
            <a:r>
              <a:rPr lang="ru-RU" dirty="0"/>
              <a:t> и </a:t>
            </a:r>
            <a:r>
              <a:rPr lang="en-US" dirty="0"/>
              <a:t>technical-specification.md</a:t>
            </a:r>
            <a:endParaRPr lang="ru-RU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ru-RU" dirty="0"/>
              <a:t>Работала над БД </a:t>
            </a:r>
          </a:p>
          <a:p>
            <a:pPr marL="285750" indent="-285750">
              <a:buFontTx/>
              <a:buChar char="-"/>
            </a:pPr>
            <a:endParaRPr lang="ru-RU" dirty="0"/>
          </a:p>
          <a:p>
            <a:pPr marL="285750" indent="-285750">
              <a:buFontTx/>
              <a:buChar char="-"/>
            </a:pPr>
            <a:r>
              <a:rPr lang="ru-RU" dirty="0"/>
              <a:t>Настроила взаимодействие с файлами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635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5FD7F0-BE10-7F0B-262A-71CC146D1CE4}"/>
              </a:ext>
            </a:extLst>
          </p:cNvPr>
          <p:cNvSpPr txBox="1"/>
          <p:nvPr/>
        </p:nvSpPr>
        <p:spPr>
          <a:xfrm>
            <a:off x="4152900" y="647700"/>
            <a:ext cx="3886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Создание резюме</a:t>
            </a:r>
            <a:r>
              <a:rPr lang="en-US" sz="2800" dirty="0"/>
              <a:t>:</a:t>
            </a:r>
            <a:endParaRPr lang="ru-RU"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2F2FA20-9EA5-39AE-04F4-C83BD5B04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44" y="1461440"/>
            <a:ext cx="4947910" cy="501014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F1692FE-014A-A43E-B017-4F0800AE71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998" y="1466851"/>
            <a:ext cx="4638731" cy="500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21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6AE8FA-6949-E832-4C64-408724B8E7DC}"/>
              </a:ext>
            </a:extLst>
          </p:cNvPr>
          <p:cNvSpPr txBox="1"/>
          <p:nvPr/>
        </p:nvSpPr>
        <p:spPr>
          <a:xfrm>
            <a:off x="6522720" y="243840"/>
            <a:ext cx="511302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600" dirty="0"/>
              <a:t>О проекте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EA7580-3400-18CC-7A79-06D5A145C5BC}"/>
              </a:ext>
            </a:extLst>
          </p:cNvPr>
          <p:cNvSpPr txBox="1"/>
          <p:nvPr/>
        </p:nvSpPr>
        <p:spPr>
          <a:xfrm>
            <a:off x="1104900" y="1958340"/>
            <a:ext cx="41376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Ссылка на репозиторий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A4F0E4-872A-2C74-74AB-FE90E4E8E41D}"/>
              </a:ext>
            </a:extLst>
          </p:cNvPr>
          <p:cNvSpPr txBox="1"/>
          <p:nvPr/>
        </p:nvSpPr>
        <p:spPr>
          <a:xfrm>
            <a:off x="4396740" y="2112227"/>
            <a:ext cx="623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https://github.com/zhenikhvladislav/project_WEB_Zhenikh_Horoshilova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55C48D-9EFD-7E39-91D3-881FB2D5A443}"/>
              </a:ext>
            </a:extLst>
          </p:cNvPr>
          <p:cNvSpPr txBox="1"/>
          <p:nvPr/>
        </p:nvSpPr>
        <p:spPr>
          <a:xfrm>
            <a:off x="4472940" y="3318894"/>
            <a:ext cx="5059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Количество строк кода</a:t>
            </a:r>
            <a:r>
              <a:rPr lang="en-US" sz="2000" dirty="0"/>
              <a:t>:</a:t>
            </a:r>
            <a:r>
              <a:rPr lang="ru-RU" sz="2000" dirty="0"/>
              <a:t> </a:t>
            </a:r>
            <a:r>
              <a:rPr lang="en-US" sz="2000" dirty="0"/>
              <a:t>~400</a:t>
            </a:r>
            <a:r>
              <a:rPr lang="ru-RU" sz="2000" dirty="0"/>
              <a:t> 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34DED3A-71ED-36DD-2D26-E094C6E75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3429000"/>
            <a:ext cx="287655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327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5DCC98-6714-57DF-B028-2FAC6050E4E6}"/>
              </a:ext>
            </a:extLst>
          </p:cNvPr>
          <p:cNvSpPr txBox="1"/>
          <p:nvPr/>
        </p:nvSpPr>
        <p:spPr>
          <a:xfrm>
            <a:off x="3314700" y="2782669"/>
            <a:ext cx="556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/>
              <a:t>Спасибо за внимание!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AE1BAB-BAE3-E158-2881-02BA1FDD62CB}"/>
              </a:ext>
            </a:extLst>
          </p:cNvPr>
          <p:cNvSpPr txBox="1"/>
          <p:nvPr/>
        </p:nvSpPr>
        <p:spPr>
          <a:xfrm>
            <a:off x="2697480" y="3429000"/>
            <a:ext cx="6995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Готовы ответить на все ваши вопросы</a:t>
            </a:r>
          </a:p>
        </p:txBody>
      </p:sp>
    </p:spTree>
    <p:extLst>
      <p:ext uri="{BB962C8B-B14F-4D97-AF65-F5344CB8AC3E}">
        <p14:creationId xmlns:p14="http://schemas.microsoft.com/office/powerpoint/2010/main" val="3920667228"/>
      </p:ext>
    </p:extLst>
  </p:cSld>
  <p:clrMapOvr>
    <a:masterClrMapping/>
  </p:clrMapOvr>
</p:sld>
</file>

<file path=ppt/theme/theme1.xml><?xml version="1.0" encoding="utf-8"?>
<a:theme xmlns:a="http://schemas.openxmlformats.org/drawingml/2006/main" name="След самолета">
  <a:themeElements>
    <a:clrScheme name="След самолета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След самолета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ед самолета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След самолета</Template>
  <TotalTime>83</TotalTime>
  <Words>114</Words>
  <Application>Microsoft Office PowerPoint</Application>
  <PresentationFormat>Широкоэкранный</PresentationFormat>
  <Paragraphs>31</Paragraphs>
  <Slides>5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Century Gothic</vt:lpstr>
      <vt:lpstr>След самолета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Thunder Office</dc:creator>
  <cp:lastModifiedBy>Thunder Office</cp:lastModifiedBy>
  <cp:revision>1</cp:revision>
  <dcterms:created xsi:type="dcterms:W3CDTF">2025-04-13T08:07:47Z</dcterms:created>
  <dcterms:modified xsi:type="dcterms:W3CDTF">2025-04-13T09:31:35Z</dcterms:modified>
</cp:coreProperties>
</file>